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28016"/>
          </a:xfrm>
          <a:prstGeom prst="rect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500" b="0">
                <a:solidFill>
                  <a:srgbClr val="CFD6E2"/>
                </a:solidFill>
                <a:latin typeface="Calibri"/>
              </a:rPr>
              <a:t>AD.  Autonomia Digital CV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4297680" cy="457200"/>
          </a:xfrm>
          <a:prstGeom prst="roundRect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25400" bIns="25400"/>
          <a:lstStyle/>
          <a:p>
            <a:pPr algn="ctr"/>
            <a:r>
              <a:rPr sz="1300" b="1">
                <a:solidFill>
                  <a:srgbClr val="1B2436"/>
                </a:solidFill>
                <a:latin typeface="Calibri"/>
              </a:rPr>
              <a:t>PROJETO FINAL · SKODJI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789920" cy="1463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Começar do zero, sem recursos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607040" cy="9144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200" b="0">
                <a:solidFill>
                  <a:srgbClr val="CFD6E2"/>
                </a:solidFill>
                <a:latin typeface="Calibri"/>
              </a:rPr>
              <a:t>…e mesmo assim pôr um serviço digital no 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500" b="0">
                <a:solidFill>
                  <a:srgbClr val="9AA8BE"/>
                </a:solidFill>
                <a:latin typeface="Calibri"/>
              </a:rPr>
              <a:t>André Sanches · autonomiadigitalcv.com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dor: começar do zero, sem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89987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63723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89987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As plataformas prontas custam mais do que eu ganho (3.500–5.300 CVE/mês)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86099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259835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6099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Sem um sítio meu, o material perdia-se (tudo pelo WhatsApp)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82211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155948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82211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Sem dados, decidia às cegas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10927080" cy="777240"/>
          </a:xfrm>
          <a:prstGeom prst="round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82296" cy="777240"/>
          </a:xfrm>
          <a:prstGeom prst="rect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515600" cy="7772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400" b="0">
                <a:solidFill>
                  <a:srgbClr val="1B2436"/>
                </a:solidFill>
                <a:latin typeface="Calibri"/>
              </a:rPr>
              <a:t>Não podia esperar por dinheiro que não vinha. Tive de procurar uma solução.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Um serviço digital próprio, a baixo custo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41931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915667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41931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Servidor próprio na nuvem (AWS), que eu administro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38044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811779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38044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Site com blog, e-books, cursos e área de turma privada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34156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707891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34156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Dashboard em Power BI com os dados do 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0268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604004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430268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Assistente de IA no site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927080" cy="777240"/>
          </a:xfrm>
          <a:prstGeom prst="round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440680"/>
            <a:ext cx="82296" cy="777240"/>
          </a:xfrm>
          <a:prstGeom prst="rect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515600" cy="7772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400" b="0">
                <a:solidFill>
                  <a:srgbClr val="1B2436"/>
                </a:solidFill>
                <a:latin typeface="Calibri"/>
              </a:rPr>
              <a:t>Grátis nos primeiros meses; depois ~1.000–1.400 CVE/mês — uma fração de um SaaS.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A FORMAÇÃO APLICADA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Cada módulo virou parte do produto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67712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41448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67712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Linux e Segurança na Cloud → o servidor e o HTTPS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63824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63824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BI &amp; Cloud / Power BI → o dashboard publicado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59935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233672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59935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Engenharia de IA → o assistente do 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56048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5129784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956048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Empreendedorismo → a marca, os cursos e os e-books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 servidor ao painel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67712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41448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67712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Utilizador → HTTPS → AWS EC2 (Ubuntu)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63824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63824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WordPress + tema Astra + base de dados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59935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233672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59935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Os dados do site alimentam o Power 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56048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5129784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956048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Assistente: página → meu servidor (chave protegida) →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▶️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DEMONSTRAÇÃO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que vou mostrar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41931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915667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41931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O site no ar — autonomiadigitalcv.com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38044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811779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38044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O painel de dados — /painel/ (Power BI)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34156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707891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34156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O assistente de IA — o robô no canto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0268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604004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430268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A área de turma privada — /turma1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927080" cy="777240"/>
          </a:xfrm>
          <a:prstGeom prst="round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440680"/>
            <a:ext cx="82296" cy="777240"/>
          </a:xfrm>
          <a:prstGeom prst="rect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515600" cy="7772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400" b="0">
                <a:solidFill>
                  <a:srgbClr val="1B2436"/>
                </a:solidFill>
                <a:latin typeface="Calibri"/>
              </a:rPr>
              <a:t>Produto real, no ar — não é uma maqueta.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que já existe, a sério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67712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41448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67712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8 artigos, 9 páginas e 3 e-books publicados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63824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63824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Uma turma real a usar a área privada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59935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233672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59935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Custo ~grátis agora; ~1.000–1.400 CVE/mês depois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56048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5129784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956048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Dashboard publicado + assistente de IA no 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O QUE APRENDI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 aluno a dono do produto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89987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63723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89987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Aprendi a pôr um serviço no ar, de ponta a ponta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86099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259835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6099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Resolvi tudo sozinho — do servidor ao deploy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82211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155948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82211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Usei IA como copiloto — o próprio módulo, aplicado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10927080" cy="777240"/>
          </a:xfrm>
          <a:prstGeom prst="round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82296" cy="777240"/>
          </a:xfrm>
          <a:prstGeom prst="rect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515600" cy="7772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400" b="0">
                <a:solidFill>
                  <a:srgbClr val="1B2436"/>
                </a:solidFill>
                <a:latin typeface="Calibri"/>
              </a:rPr>
              <a:t>Próximo: mais cursos na plataforma e evoluir o assistente de 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777240" cy="777240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1300" b="1">
                <a:solidFill>
                  <a:srgbClr val="CFD6E2"/>
                </a:solidFill>
                <a:latin typeface="Calibri"/>
              </a:rPr>
              <a:t>EM RESUMO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03504"/>
            <a:ext cx="105156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Uma dor real, resolvida e no 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15768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889503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15768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Site: autonomiadigitalcv.com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11879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785615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611879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Painel: autonomiadigitalcv.com/painel/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07992"/>
            <a:ext cx="10927080" cy="73152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681728"/>
            <a:ext cx="384048" cy="384048"/>
          </a:xfrm>
          <a:prstGeom prst="ellipse">
            <a:avLst/>
          </a:prstGeom>
          <a:solidFill>
            <a:srgbClr val="E8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507992"/>
            <a:ext cx="996696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/>
            <a:r>
              <a:rPr sz="1700" b="0">
                <a:solidFill>
                  <a:srgbClr val="1B2436"/>
                </a:solidFill>
                <a:latin typeface="Calibri"/>
              </a:rPr>
              <a:t>Código: github.com/varsanches/autonomia-digital-cv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8686800" cy="29260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/>
            <a:r>
              <a:rPr sz="900" b="0">
                <a:solidFill>
                  <a:srgbClr val="7A8699"/>
                </a:solidFill>
                <a:latin typeface="Calibri"/>
              </a:rPr>
              <a:t>Projeto final · Skodji Digital · Autonomia Digital 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